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39"/>
  </p:notesMasterIdLst>
  <p:sldIdLst>
    <p:sldId id="287" r:id="rId3"/>
    <p:sldId id="259" r:id="rId4"/>
    <p:sldId id="291" r:id="rId5"/>
    <p:sldId id="305" r:id="rId6"/>
    <p:sldId id="296" r:id="rId7"/>
    <p:sldId id="297" r:id="rId8"/>
    <p:sldId id="262" r:id="rId9"/>
    <p:sldId id="266" r:id="rId10"/>
    <p:sldId id="267" r:id="rId11"/>
    <p:sldId id="260" r:id="rId12"/>
    <p:sldId id="261" r:id="rId13"/>
    <p:sldId id="263" r:id="rId14"/>
    <p:sldId id="274" r:id="rId15"/>
    <p:sldId id="275" r:id="rId16"/>
    <p:sldId id="276" r:id="rId17"/>
    <p:sldId id="277" r:id="rId18"/>
    <p:sldId id="278" r:id="rId19"/>
    <p:sldId id="270" r:id="rId20"/>
    <p:sldId id="279" r:id="rId21"/>
    <p:sldId id="280" r:id="rId22"/>
    <p:sldId id="281" r:id="rId23"/>
    <p:sldId id="299" r:id="rId24"/>
    <p:sldId id="300" r:id="rId25"/>
    <p:sldId id="301" r:id="rId26"/>
    <p:sldId id="293" r:id="rId27"/>
    <p:sldId id="294" r:id="rId28"/>
    <p:sldId id="268" r:id="rId29"/>
    <p:sldId id="269" r:id="rId30"/>
    <p:sldId id="265" r:id="rId31"/>
    <p:sldId id="298" r:id="rId32"/>
    <p:sldId id="264" r:id="rId33"/>
    <p:sldId id="302" r:id="rId34"/>
    <p:sldId id="303" r:id="rId35"/>
    <p:sldId id="295" r:id="rId36"/>
    <p:sldId id="304" r:id="rId37"/>
    <p:sldId id="306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B74AD-0EC7-415E-9AAC-0FA9E5A64567}" v="20" dt="2025-06-17T07:25:18.207"/>
    <p1510:client id="{D6850276-E752-4747-9922-97C41C7B4C39}" v="11" dt="2025-06-17T05:04:49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04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tan Bihler" userId="1c18a77c3a83b4ea" providerId="LiveId" clId="{D6850276-E752-4747-9922-97C41C7B4C39}"/>
    <pc:docChg chg="custSel addSld delSld modSld">
      <pc:chgData name="Tristan Bihler" userId="1c18a77c3a83b4ea" providerId="LiveId" clId="{D6850276-E752-4747-9922-97C41C7B4C39}" dt="2025-06-17T05:05:00.405" v="8" actId="14100"/>
      <pc:docMkLst>
        <pc:docMk/>
      </pc:docMkLst>
      <pc:sldChg chg="addSp delSp modSp mod delAnim modAnim">
        <pc:chgData name="Tristan Bihler" userId="1c18a77c3a83b4ea" providerId="LiveId" clId="{D6850276-E752-4747-9922-97C41C7B4C39}" dt="2025-06-17T05:05:00.405" v="8" actId="14100"/>
        <pc:sldMkLst>
          <pc:docMk/>
          <pc:sldMk cId="832348911" sldId="305"/>
        </pc:sldMkLst>
        <pc:spChg chg="add del mod">
          <ac:chgData name="Tristan Bihler" userId="1c18a77c3a83b4ea" providerId="LiveId" clId="{D6850276-E752-4747-9922-97C41C7B4C39}" dt="2025-06-17T05:04:49.646" v="4"/>
          <ac:spMkLst>
            <pc:docMk/>
            <pc:sldMk cId="832348911" sldId="305"/>
            <ac:spMk id="4" creationId="{45C52A9C-A60D-1131-2C85-0DE1A908519A}"/>
          </ac:spMkLst>
        </pc:spChg>
        <pc:picChg chg="del mod">
          <ac:chgData name="Tristan Bihler" userId="1c18a77c3a83b4ea" providerId="LiveId" clId="{D6850276-E752-4747-9922-97C41C7B4C39}" dt="2025-06-17T04:59:12.760" v="3" actId="478"/>
          <ac:picMkLst>
            <pc:docMk/>
            <pc:sldMk cId="832348911" sldId="305"/>
            <ac:picMk id="5" creationId="{3AE396DD-B774-511F-9C64-ACC99D900F98}"/>
          </ac:picMkLst>
        </pc:picChg>
        <pc:picChg chg="add mod">
          <ac:chgData name="Tristan Bihler" userId="1c18a77c3a83b4ea" providerId="LiveId" clId="{D6850276-E752-4747-9922-97C41C7B4C39}" dt="2025-06-17T05:05:00.405" v="8" actId="14100"/>
          <ac:picMkLst>
            <pc:docMk/>
            <pc:sldMk cId="832348911" sldId="305"/>
            <ac:picMk id="6" creationId="{A5331A1D-87CB-801B-BA2F-B49F0541432C}"/>
          </ac:picMkLst>
        </pc:picChg>
      </pc:sldChg>
      <pc:sldChg chg="add del">
        <pc:chgData name="Tristan Bihler" userId="1c18a77c3a83b4ea" providerId="LiveId" clId="{D6850276-E752-4747-9922-97C41C7B4C39}" dt="2025-06-17T04:52:40.537" v="2" actId="47"/>
        <pc:sldMkLst>
          <pc:docMk/>
          <pc:sldMk cId="1124354463" sldId="307"/>
        </pc:sldMkLst>
      </pc:sldChg>
    </pc:docChg>
  </pc:docChgLst>
  <pc:docChgLst>
    <pc:chgData name="Tristan Bihler" userId="1c18a77c3a83b4ea" providerId="LiveId" clId="{894B74AD-0EC7-415E-9AAC-0FA9E5A64567}"/>
    <pc:docChg chg="modSld">
      <pc:chgData name="Tristan Bihler" userId="1c18a77c3a83b4ea" providerId="LiveId" clId="{894B74AD-0EC7-415E-9AAC-0FA9E5A64567}" dt="2025-06-17T07:25:22.757" v="52" actId="20577"/>
      <pc:docMkLst>
        <pc:docMk/>
      </pc:docMkLst>
      <pc:sldChg chg="modSp mod">
        <pc:chgData name="Tristan Bihler" userId="1c18a77c3a83b4ea" providerId="LiveId" clId="{894B74AD-0EC7-415E-9AAC-0FA9E5A64567}" dt="2025-06-17T07:25:22.757" v="52" actId="20577"/>
        <pc:sldMkLst>
          <pc:docMk/>
          <pc:sldMk cId="2775390907" sldId="259"/>
        </pc:sldMkLst>
        <pc:spChg chg="mod">
          <ac:chgData name="Tristan Bihler" userId="1c18a77c3a83b4ea" providerId="LiveId" clId="{894B74AD-0EC7-415E-9AAC-0FA9E5A64567}" dt="2025-06-17T07:25:22.757" v="52" actId="20577"/>
          <ac:spMkLst>
            <pc:docMk/>
            <pc:sldMk cId="2775390907" sldId="259"/>
            <ac:spMk id="9" creationId="{5A1E52BC-176C-D5EE-57AB-F5225D84BDBF}"/>
          </ac:spMkLst>
        </pc:spChg>
      </pc:sldChg>
      <pc:sldChg chg="modSp mod">
        <pc:chgData name="Tristan Bihler" userId="1c18a77c3a83b4ea" providerId="LiveId" clId="{894B74AD-0EC7-415E-9AAC-0FA9E5A64567}" dt="2025-06-17T06:08:41.933" v="34" actId="20577"/>
        <pc:sldMkLst>
          <pc:docMk/>
          <pc:sldMk cId="2627728501" sldId="260"/>
        </pc:sldMkLst>
        <pc:spChg chg="mod">
          <ac:chgData name="Tristan Bihler" userId="1c18a77c3a83b4ea" providerId="LiveId" clId="{894B74AD-0EC7-415E-9AAC-0FA9E5A64567}" dt="2025-06-17T06:08:41.933" v="34" actId="20577"/>
          <ac:spMkLst>
            <pc:docMk/>
            <pc:sldMk cId="2627728501" sldId="260"/>
            <ac:spMk id="2" creationId="{7284A0D8-3E75-35EE-AF23-197D5B2954DA}"/>
          </ac:spMkLst>
        </pc:spChg>
      </pc:sldChg>
      <pc:sldChg chg="modSp mod">
        <pc:chgData name="Tristan Bihler" userId="1c18a77c3a83b4ea" providerId="LiveId" clId="{894B74AD-0EC7-415E-9AAC-0FA9E5A64567}" dt="2025-06-17T06:04:26.371" v="1" actId="20577"/>
        <pc:sldMkLst>
          <pc:docMk/>
          <pc:sldMk cId="42645003" sldId="261"/>
        </pc:sldMkLst>
        <pc:spChg chg="mod">
          <ac:chgData name="Tristan Bihler" userId="1c18a77c3a83b4ea" providerId="LiveId" clId="{894B74AD-0EC7-415E-9AAC-0FA9E5A64567}" dt="2025-06-17T06:04:26.371" v="1" actId="20577"/>
          <ac:spMkLst>
            <pc:docMk/>
            <pc:sldMk cId="42645003" sldId="261"/>
            <ac:spMk id="2" creationId="{A3F261C9-FE5E-C9EF-9271-1367437AA0D5}"/>
          </ac:spMkLst>
        </pc:spChg>
      </pc:sldChg>
      <pc:sldChg chg="modSp mod">
        <pc:chgData name="Tristan Bihler" userId="1c18a77c3a83b4ea" providerId="LiveId" clId="{894B74AD-0EC7-415E-9AAC-0FA9E5A64567}" dt="2025-06-17T06:08:04.776" v="30" actId="20577"/>
        <pc:sldMkLst>
          <pc:docMk/>
          <pc:sldMk cId="1480108195" sldId="262"/>
        </pc:sldMkLst>
        <pc:spChg chg="mod">
          <ac:chgData name="Tristan Bihler" userId="1c18a77c3a83b4ea" providerId="LiveId" clId="{894B74AD-0EC7-415E-9AAC-0FA9E5A64567}" dt="2025-06-17T06:08:04.776" v="30" actId="20577"/>
          <ac:spMkLst>
            <pc:docMk/>
            <pc:sldMk cId="1480108195" sldId="262"/>
            <ac:spMk id="2" creationId="{C6E8BFCB-C80D-F096-72FE-76CAC9330CBE}"/>
          </ac:spMkLst>
        </pc:spChg>
      </pc:sldChg>
      <pc:sldChg chg="modSp">
        <pc:chgData name="Tristan Bihler" userId="1c18a77c3a83b4ea" providerId="LiveId" clId="{894B74AD-0EC7-415E-9AAC-0FA9E5A64567}" dt="2025-06-17T06:08:22.001" v="31"/>
        <pc:sldMkLst>
          <pc:docMk/>
          <pc:sldMk cId="213175611" sldId="266"/>
        </pc:sldMkLst>
        <pc:spChg chg="mod">
          <ac:chgData name="Tristan Bihler" userId="1c18a77c3a83b4ea" providerId="LiveId" clId="{894B74AD-0EC7-415E-9AAC-0FA9E5A64567}" dt="2025-06-17T06:08:22.001" v="31"/>
          <ac:spMkLst>
            <pc:docMk/>
            <pc:sldMk cId="213175611" sldId="266"/>
            <ac:spMk id="2" creationId="{FE57CCBF-0B64-E2E9-E956-FD7D580A27EE}"/>
          </ac:spMkLst>
        </pc:spChg>
      </pc:sldChg>
      <pc:sldChg chg="modSp">
        <pc:chgData name="Tristan Bihler" userId="1c18a77c3a83b4ea" providerId="LiveId" clId="{894B74AD-0EC7-415E-9AAC-0FA9E5A64567}" dt="2025-06-17T06:08:26.277" v="32"/>
        <pc:sldMkLst>
          <pc:docMk/>
          <pc:sldMk cId="309688802" sldId="267"/>
        </pc:sldMkLst>
        <pc:spChg chg="mod">
          <ac:chgData name="Tristan Bihler" userId="1c18a77c3a83b4ea" providerId="LiveId" clId="{894B74AD-0EC7-415E-9AAC-0FA9E5A64567}" dt="2025-06-17T06:08:26.277" v="32"/>
          <ac:spMkLst>
            <pc:docMk/>
            <pc:sldMk cId="309688802" sldId="267"/>
            <ac:spMk id="2" creationId="{051F1FFD-F8FD-1698-1036-1D06FD643236}"/>
          </ac:spMkLst>
        </pc:spChg>
      </pc:sldChg>
      <pc:sldChg chg="modSp">
        <pc:chgData name="Tristan Bihler" userId="1c18a77c3a83b4ea" providerId="LiveId" clId="{894B74AD-0EC7-415E-9AAC-0FA9E5A64567}" dt="2025-06-17T06:09:12.173" v="39"/>
        <pc:sldMkLst>
          <pc:docMk/>
          <pc:sldMk cId="1200981575" sldId="270"/>
        </pc:sldMkLst>
        <pc:spChg chg="mod">
          <ac:chgData name="Tristan Bihler" userId="1c18a77c3a83b4ea" providerId="LiveId" clId="{894B74AD-0EC7-415E-9AAC-0FA9E5A64567}" dt="2025-06-17T06:09:12.173" v="39"/>
          <ac:spMkLst>
            <pc:docMk/>
            <pc:sldMk cId="1200981575" sldId="270"/>
            <ac:spMk id="2" creationId="{466CB396-4C0F-00B9-DD6C-70A29DA9EB1A}"/>
          </ac:spMkLst>
        </pc:spChg>
      </pc:sldChg>
      <pc:sldChg chg="modSp">
        <pc:chgData name="Tristan Bihler" userId="1c18a77c3a83b4ea" providerId="LiveId" clId="{894B74AD-0EC7-415E-9AAC-0FA9E5A64567}" dt="2025-06-17T06:06:14.207" v="20"/>
        <pc:sldMkLst>
          <pc:docMk/>
          <pc:sldMk cId="3903907843" sldId="274"/>
        </pc:sldMkLst>
        <pc:spChg chg="mod">
          <ac:chgData name="Tristan Bihler" userId="1c18a77c3a83b4ea" providerId="LiveId" clId="{894B74AD-0EC7-415E-9AAC-0FA9E5A64567}" dt="2025-06-17T06:06:14.207" v="20"/>
          <ac:spMkLst>
            <pc:docMk/>
            <pc:sldMk cId="3903907843" sldId="274"/>
            <ac:spMk id="2" creationId="{622A1C43-9C85-9C13-32CE-3D0A53A64216}"/>
          </ac:spMkLst>
        </pc:spChg>
      </pc:sldChg>
      <pc:sldChg chg="modSp mod">
        <pc:chgData name="Tristan Bihler" userId="1c18a77c3a83b4ea" providerId="LiveId" clId="{894B74AD-0EC7-415E-9AAC-0FA9E5A64567}" dt="2025-06-17T06:08:58.035" v="35" actId="20577"/>
        <pc:sldMkLst>
          <pc:docMk/>
          <pc:sldMk cId="2505134422" sldId="275"/>
        </pc:sldMkLst>
        <pc:spChg chg="mod">
          <ac:chgData name="Tristan Bihler" userId="1c18a77c3a83b4ea" providerId="LiveId" clId="{894B74AD-0EC7-415E-9AAC-0FA9E5A64567}" dt="2025-06-17T06:08:58.035" v="35" actId="20577"/>
          <ac:spMkLst>
            <pc:docMk/>
            <pc:sldMk cId="2505134422" sldId="275"/>
            <ac:spMk id="2" creationId="{95E80747-7D63-2EBD-0234-C601F9DF7804}"/>
          </ac:spMkLst>
        </pc:spChg>
      </pc:sldChg>
      <pc:sldChg chg="modSp">
        <pc:chgData name="Tristan Bihler" userId="1c18a77c3a83b4ea" providerId="LiveId" clId="{894B74AD-0EC7-415E-9AAC-0FA9E5A64567}" dt="2025-06-17T06:09:02.290" v="36"/>
        <pc:sldMkLst>
          <pc:docMk/>
          <pc:sldMk cId="935280192" sldId="276"/>
        </pc:sldMkLst>
        <pc:spChg chg="mod">
          <ac:chgData name="Tristan Bihler" userId="1c18a77c3a83b4ea" providerId="LiveId" clId="{894B74AD-0EC7-415E-9AAC-0FA9E5A64567}" dt="2025-06-17T06:09:02.290" v="36"/>
          <ac:spMkLst>
            <pc:docMk/>
            <pc:sldMk cId="935280192" sldId="276"/>
            <ac:spMk id="2" creationId="{2D1D29EA-A17A-96A0-B3B9-47704B344870}"/>
          </ac:spMkLst>
        </pc:spChg>
      </pc:sldChg>
      <pc:sldChg chg="modSp">
        <pc:chgData name="Tristan Bihler" userId="1c18a77c3a83b4ea" providerId="LiveId" clId="{894B74AD-0EC7-415E-9AAC-0FA9E5A64567}" dt="2025-06-17T06:09:05.115" v="37"/>
        <pc:sldMkLst>
          <pc:docMk/>
          <pc:sldMk cId="3569390878" sldId="277"/>
        </pc:sldMkLst>
        <pc:spChg chg="mod">
          <ac:chgData name="Tristan Bihler" userId="1c18a77c3a83b4ea" providerId="LiveId" clId="{894B74AD-0EC7-415E-9AAC-0FA9E5A64567}" dt="2025-06-17T06:09:05.115" v="37"/>
          <ac:spMkLst>
            <pc:docMk/>
            <pc:sldMk cId="3569390878" sldId="277"/>
            <ac:spMk id="2" creationId="{CF057BFC-9CE1-9300-E69B-BF8CF49E890A}"/>
          </ac:spMkLst>
        </pc:spChg>
      </pc:sldChg>
      <pc:sldChg chg="modSp">
        <pc:chgData name="Tristan Bihler" userId="1c18a77c3a83b4ea" providerId="LiveId" clId="{894B74AD-0EC7-415E-9AAC-0FA9E5A64567}" dt="2025-06-17T06:09:08.026" v="38"/>
        <pc:sldMkLst>
          <pc:docMk/>
          <pc:sldMk cId="4138174813" sldId="278"/>
        </pc:sldMkLst>
        <pc:spChg chg="mod">
          <ac:chgData name="Tristan Bihler" userId="1c18a77c3a83b4ea" providerId="LiveId" clId="{894B74AD-0EC7-415E-9AAC-0FA9E5A64567}" dt="2025-06-17T06:09:08.026" v="38"/>
          <ac:spMkLst>
            <pc:docMk/>
            <pc:sldMk cId="4138174813" sldId="278"/>
            <ac:spMk id="2" creationId="{05853663-7B15-016C-1FA0-04D2D4717F3E}"/>
          </ac:spMkLst>
        </pc:spChg>
      </pc:sldChg>
      <pc:sldChg chg="modSp">
        <pc:chgData name="Tristan Bihler" userId="1c18a77c3a83b4ea" providerId="LiveId" clId="{894B74AD-0EC7-415E-9AAC-0FA9E5A64567}" dt="2025-06-17T06:09:15.576" v="40"/>
        <pc:sldMkLst>
          <pc:docMk/>
          <pc:sldMk cId="3453700335" sldId="279"/>
        </pc:sldMkLst>
        <pc:spChg chg="mod">
          <ac:chgData name="Tristan Bihler" userId="1c18a77c3a83b4ea" providerId="LiveId" clId="{894B74AD-0EC7-415E-9AAC-0FA9E5A64567}" dt="2025-06-17T06:09:15.576" v="40"/>
          <ac:spMkLst>
            <pc:docMk/>
            <pc:sldMk cId="3453700335" sldId="279"/>
            <ac:spMk id="2" creationId="{2F3A3025-AB59-A879-0047-3EEC55628A4C}"/>
          </ac:spMkLst>
        </pc:spChg>
      </pc:sldChg>
      <pc:sldChg chg="modSp">
        <pc:chgData name="Tristan Bihler" userId="1c18a77c3a83b4ea" providerId="LiveId" clId="{894B74AD-0EC7-415E-9AAC-0FA9E5A64567}" dt="2025-06-17T06:09:19.036" v="41"/>
        <pc:sldMkLst>
          <pc:docMk/>
          <pc:sldMk cId="2306576612" sldId="280"/>
        </pc:sldMkLst>
        <pc:spChg chg="mod">
          <ac:chgData name="Tristan Bihler" userId="1c18a77c3a83b4ea" providerId="LiveId" clId="{894B74AD-0EC7-415E-9AAC-0FA9E5A64567}" dt="2025-06-17T06:09:19.036" v="41"/>
          <ac:spMkLst>
            <pc:docMk/>
            <pc:sldMk cId="2306576612" sldId="280"/>
            <ac:spMk id="2" creationId="{60DF52E7-E73C-FC14-69C6-5D4280705764}"/>
          </ac:spMkLst>
        </pc:spChg>
      </pc:sldChg>
      <pc:sldChg chg="modSp mod">
        <pc:chgData name="Tristan Bihler" userId="1c18a77c3a83b4ea" providerId="LiveId" clId="{894B74AD-0EC7-415E-9AAC-0FA9E5A64567}" dt="2025-06-17T06:09:22.660" v="42"/>
        <pc:sldMkLst>
          <pc:docMk/>
          <pc:sldMk cId="3120456048" sldId="281"/>
        </pc:sldMkLst>
        <pc:spChg chg="mod">
          <ac:chgData name="Tristan Bihler" userId="1c18a77c3a83b4ea" providerId="LiveId" clId="{894B74AD-0EC7-415E-9AAC-0FA9E5A64567}" dt="2025-06-17T06:09:22.660" v="42"/>
          <ac:spMkLst>
            <pc:docMk/>
            <pc:sldMk cId="3120456048" sldId="281"/>
            <ac:spMk id="2" creationId="{FA0CD5AD-F36B-3DBF-2EBD-C5717ACBFD1E}"/>
          </ac:spMkLst>
        </pc:spChg>
      </pc:sldChg>
      <pc:sldChg chg="modSp mod">
        <pc:chgData name="Tristan Bihler" userId="1c18a77c3a83b4ea" providerId="LiveId" clId="{894B74AD-0EC7-415E-9AAC-0FA9E5A64567}" dt="2025-06-17T06:11:30.134" v="44" actId="20577"/>
        <pc:sldMkLst>
          <pc:docMk/>
          <pc:sldMk cId="1760062752" sldId="299"/>
        </pc:sldMkLst>
        <pc:spChg chg="mod">
          <ac:chgData name="Tristan Bihler" userId="1c18a77c3a83b4ea" providerId="LiveId" clId="{894B74AD-0EC7-415E-9AAC-0FA9E5A64567}" dt="2025-06-17T06:11:30.134" v="44" actId="20577"/>
          <ac:spMkLst>
            <pc:docMk/>
            <pc:sldMk cId="1760062752" sldId="299"/>
            <ac:spMk id="2" creationId="{8D5919CE-1FE2-A592-2453-7F08187CCEB9}"/>
          </ac:spMkLst>
        </pc:spChg>
      </pc:sldChg>
      <pc:sldChg chg="modSp mod">
        <pc:chgData name="Tristan Bihler" userId="1c18a77c3a83b4ea" providerId="LiveId" clId="{894B74AD-0EC7-415E-9AAC-0FA9E5A64567}" dt="2025-06-17T06:11:34.179" v="46" actId="20577"/>
        <pc:sldMkLst>
          <pc:docMk/>
          <pc:sldMk cId="2516805283" sldId="300"/>
        </pc:sldMkLst>
        <pc:spChg chg="mod">
          <ac:chgData name="Tristan Bihler" userId="1c18a77c3a83b4ea" providerId="LiveId" clId="{894B74AD-0EC7-415E-9AAC-0FA9E5A64567}" dt="2025-06-17T06:11:34.179" v="46" actId="20577"/>
          <ac:spMkLst>
            <pc:docMk/>
            <pc:sldMk cId="2516805283" sldId="300"/>
            <ac:spMk id="2" creationId="{9AC40CC0-DF21-8FAB-F925-110347616F7D}"/>
          </ac:spMkLst>
        </pc:spChg>
      </pc:sldChg>
      <pc:sldChg chg="modSp mod">
        <pc:chgData name="Tristan Bihler" userId="1c18a77c3a83b4ea" providerId="LiveId" clId="{894B74AD-0EC7-415E-9AAC-0FA9E5A64567}" dt="2025-06-17T06:11:38.525" v="48" actId="20577"/>
        <pc:sldMkLst>
          <pc:docMk/>
          <pc:sldMk cId="2360810065" sldId="301"/>
        </pc:sldMkLst>
        <pc:spChg chg="mod">
          <ac:chgData name="Tristan Bihler" userId="1c18a77c3a83b4ea" providerId="LiveId" clId="{894B74AD-0EC7-415E-9AAC-0FA9E5A64567}" dt="2025-06-17T06:11:38.525" v="48" actId="20577"/>
          <ac:spMkLst>
            <pc:docMk/>
            <pc:sldMk cId="2360810065" sldId="301"/>
            <ac:spMk id="2" creationId="{85793595-9DC1-7596-B4C2-83AC0B87E674}"/>
          </ac:spMkLst>
        </pc:spChg>
      </pc:sldChg>
    </pc:docChg>
  </pc:docChgLst>
  <pc:docChgLst>
    <pc:chgData name="Finne, Semian" userId="732a8b4f-d945-4795-8993-47c58766521f" providerId="ADAL" clId="{8CF0F516-7474-49E1-BC32-F76555D01229}"/>
    <pc:docChg chg="custSel addSld modSld">
      <pc:chgData name="Finne, Semian" userId="732a8b4f-d945-4795-8993-47c58766521f" providerId="ADAL" clId="{8CF0F516-7474-49E1-BC32-F76555D01229}" dt="2025-06-15T08:43:35.721" v="314" actId="20577"/>
      <pc:docMkLst>
        <pc:docMk/>
      </pc:docMkLst>
      <pc:sldChg chg="modSp mod">
        <pc:chgData name="Finne, Semian" userId="732a8b4f-d945-4795-8993-47c58766521f" providerId="ADAL" clId="{8CF0F516-7474-49E1-BC32-F76555D01229}" dt="2025-06-15T08:35:15.402" v="101" actId="20577"/>
        <pc:sldMkLst>
          <pc:docMk/>
          <pc:sldMk cId="2775390907" sldId="259"/>
        </pc:sldMkLst>
        <pc:spChg chg="mod">
          <ac:chgData name="Finne, Semian" userId="732a8b4f-d945-4795-8993-47c58766521f" providerId="ADAL" clId="{8CF0F516-7474-49E1-BC32-F76555D01229}" dt="2025-06-15T08:35:15.402" v="101" actId="20577"/>
          <ac:spMkLst>
            <pc:docMk/>
            <pc:sldMk cId="2775390907" sldId="259"/>
            <ac:spMk id="9" creationId="{5A1E52BC-176C-D5EE-57AB-F5225D84BDBF}"/>
          </ac:spMkLst>
        </pc:spChg>
      </pc:sldChg>
      <pc:sldChg chg="addSp delSp modSp new mod">
        <pc:chgData name="Finne, Semian" userId="732a8b4f-d945-4795-8993-47c58766521f" providerId="ADAL" clId="{8CF0F516-7474-49E1-BC32-F76555D01229}" dt="2025-06-15T08:38:35.565" v="148" actId="1076"/>
        <pc:sldMkLst>
          <pc:docMk/>
          <pc:sldMk cId="2627728501" sldId="260"/>
        </pc:sldMkLst>
        <pc:spChg chg="mod">
          <ac:chgData name="Finne, Semian" userId="732a8b4f-d945-4795-8993-47c58766521f" providerId="ADAL" clId="{8CF0F516-7474-49E1-BC32-F76555D01229}" dt="2025-06-15T08:36:15.642" v="139" actId="20577"/>
          <ac:spMkLst>
            <pc:docMk/>
            <pc:sldMk cId="2627728501" sldId="260"/>
            <ac:spMk id="2" creationId="{7284A0D8-3E75-35EE-AF23-197D5B2954DA}"/>
          </ac:spMkLst>
        </pc:spChg>
      </pc:sldChg>
      <pc:sldChg chg="modSp new mod">
        <pc:chgData name="Finne, Semian" userId="732a8b4f-d945-4795-8993-47c58766521f" providerId="ADAL" clId="{8CF0F516-7474-49E1-BC32-F76555D01229}" dt="2025-06-15T08:42:46.113" v="283" actId="20577"/>
        <pc:sldMkLst>
          <pc:docMk/>
          <pc:sldMk cId="42645003" sldId="261"/>
        </pc:sldMkLst>
        <pc:spChg chg="mod">
          <ac:chgData name="Finne, Semian" userId="732a8b4f-d945-4795-8993-47c58766521f" providerId="ADAL" clId="{8CF0F516-7474-49E1-BC32-F76555D01229}" dt="2025-06-15T08:36:32.117" v="141"/>
          <ac:spMkLst>
            <pc:docMk/>
            <pc:sldMk cId="42645003" sldId="261"/>
            <ac:spMk id="2" creationId="{A3F261C9-FE5E-C9EF-9271-1367437AA0D5}"/>
          </ac:spMkLst>
        </pc:spChg>
        <pc:spChg chg="mod">
          <ac:chgData name="Finne, Semian" userId="732a8b4f-d945-4795-8993-47c58766521f" providerId="ADAL" clId="{8CF0F516-7474-49E1-BC32-F76555D01229}" dt="2025-06-15T08:42:46.113" v="283" actId="20577"/>
          <ac:spMkLst>
            <pc:docMk/>
            <pc:sldMk cId="42645003" sldId="261"/>
            <ac:spMk id="3" creationId="{C322D1CA-C7A4-F8B9-094D-19475FB76EA8}"/>
          </ac:spMkLst>
        </pc:spChg>
      </pc:sldChg>
      <pc:sldChg chg="modSp new mod">
        <pc:chgData name="Finne, Semian" userId="732a8b4f-d945-4795-8993-47c58766521f" providerId="ADAL" clId="{8CF0F516-7474-49E1-BC32-F76555D01229}" dt="2025-06-15T08:43:35.721" v="314" actId="20577"/>
        <pc:sldMkLst>
          <pc:docMk/>
          <pc:sldMk cId="1908752741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390D5-8AF6-4F53-B69A-94D3B161D8CB}" type="datetimeFigureOut">
              <a:rPr lang="de-DE" smtClean="0"/>
              <a:t>13.07.2025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7301B-BC49-4193-B148-A941D00015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7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1BF8-6F44-BF8C-291E-EA392A15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DC7A75-C57D-59A2-639D-EB9C80841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FE3690-6C9D-F600-ED7B-FD9551AA2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AF76B1-D3DD-2581-DF49-3872A30F7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629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4A71-1B9D-531A-6D61-61B89C67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6C5AD7-147E-592F-A7BB-4FB88FB60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EA854D-23E1-3DA8-E54A-44329EB65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06638E-EFC6-C5E6-A035-008DD9F84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126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31FC-ED9F-90B3-3D52-961C264A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B6CEDA-96CD-241C-D8D4-9B46593A4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ABBC72-C63F-6D0B-E168-3B2E43949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CB1D55-D78D-8350-73E7-9B4A33533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907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7A53-D50B-777D-F2EA-16351B3B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6BCC3BF-A4D6-CF13-D803-51B929F18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FFE735-C4FE-8564-8449-3B856D417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572B7B-AB7D-191F-C78E-475C5E885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03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99C0-069C-CCB5-C367-E7183504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DEC5EB-EB2C-4C53-ED13-07E22147D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4FD555-DF5D-E697-5892-3BA7428A9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F44C99-8015-D93E-2E8E-93580547C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048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13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498E-8263-6E02-9C4D-110FA575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0EB579-60C8-B6F1-7DB6-629DA1313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693D5F-5A6F-2C4F-06D1-E09D7935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0862AA-6FA8-CAAF-D8A5-3F78799A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90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BC9D-0998-9786-D334-96198939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216062-3E39-4521-9C92-45C697535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0A9D2FE-4BF9-4A9F-5C5F-503AD2FAC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6FA035-C3C4-1BD0-2343-245C35A2D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37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2DEE-3F9B-4B99-5C02-317ABF9F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64180B9-1821-D5B8-C1A3-DBE485302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2232EA-B3E5-A1DB-1A21-03AB57E13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8FDF41-79A2-E897-DBAC-4395917D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301B-BC49-4193-B148-A941D00015D2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00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47EB9-8BC7-0579-32BF-9F70921D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F2BC04-EF32-D152-8D76-C78C921F4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5" name="Grafik 4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3296EF8-2F23-DB37-8430-3022F455B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400" y="363599"/>
            <a:ext cx="1927084" cy="11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0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C92F8-B98F-9015-2D03-FA770A659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181A87-8A7A-EA88-CC20-49A70C49D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31E51F-02F9-8110-1C46-CDC11E1E8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FA29E2-304B-82B2-4273-DE2B7EF8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0BC580-4BE2-8027-4E2F-57E3A5E2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41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D899C-FF4E-DFFE-7B3B-B2015C3A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94DCB5-C9DF-BC7D-BC2D-7D72D7B36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3BFFF5-EB31-618A-344A-E96727EE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77B19E-CD9E-4418-71A8-077B76C4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1EEF32-3B34-4449-3079-B83DF29F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09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8FB45-1894-AD59-3A3B-F54F4292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E1CE03-E6D8-CAE5-8721-8A6E782D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8179F1-E61A-9B8C-EDB3-54175E54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D50E82-43BA-457C-03C6-5631F87B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FB76D-9FAF-1A0F-E8BA-5649B89A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75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DCA24B-347E-7CD2-25E7-395389D9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E2AACA-49EE-3A53-F178-4F5CAD81A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F4DC8F-4A93-C45E-B632-927CBA367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8638DF-9B37-D466-C968-6E72A09C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E80182-923D-D411-CE53-51D68A95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69C0BD-BAD2-B402-9E19-BFC59B74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407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BDCAA-47D2-B202-180D-300A8BB4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45C5F7-CEE1-B533-24DE-C58EF1BE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F14FFD-5372-9029-207B-9F8CD32E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591BF2-A0C4-1FD6-396F-6377DD70B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4437E3-943D-A98E-BD38-F2F9A9D7E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9DBCCA3-EE3B-F7D0-2F50-149C48A2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6E437C-996F-49B6-C76E-B2BC2259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287F45-3FBB-FE1C-634B-12E2AFFD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65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8FE9E7-D058-B031-4F39-DAB51BAC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A31130-E6AC-ED73-E908-07E412A3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46916-3D78-7E47-D282-F80FC0BF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36B16F-BDEE-BA65-0A72-067EB8B2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24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F3AE3E-077D-1AC0-1C6E-BA48AC44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EE445A-83F5-EBC5-E73A-E8C61F84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D58582-3556-DB9C-7C6D-75708D87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79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BE63F-E512-03FF-1114-DAC43DD1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012D10-82F8-8E9A-66CA-A40D6828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16853F-0D3A-2325-1C64-18405E2A5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028035-3E73-4982-E7CA-10B0D499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149984-326D-DCCF-A467-BD1F8D94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B54FB7-A572-7D03-267E-50A487D7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1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43D2B-8FF9-76DD-BD23-A79D48EC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1D81D9-6B8D-7F88-2622-2788D5CB7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1853AE-D8B8-7148-1B0A-831E73FB6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F2EA4B-457A-42B7-83DF-6F52D76C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B54F70-D184-3029-43C7-9FAA2F4C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A8EA0E-AD15-1B11-8C6D-8CACD9B6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48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42D70-98F8-BAD6-DC4B-DA7FD323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129A6D-74DD-0465-9F93-9F52BAE11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776EF8-675B-23EC-D956-26D9B5D8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E8353-AEE0-BDC8-03D6-C2437684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A69C93-56C5-0908-F45E-37C98B2F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62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B0405A2-9363-DAA5-4C47-637986947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2418F1-E02F-1C11-0930-81EB4D570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B08F7F-6D61-2C4F-CAF8-40738276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303429-D1E6-DD32-0BF9-5A1A2E55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FBD9FE-BD7D-42E5-6452-0FDDDCE6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668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B91B8-90DD-F32C-6BF2-701BE1FFF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94C1D2-F461-5CB4-2D20-9419A997B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C841ED-0F2C-561D-969E-1DB70180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F2949C-C87E-6EC2-1C4E-C19DEBDA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F81D1-C8C0-5D8E-FC8D-0DA4B508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04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orlage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94414-D9F1-953F-969C-0EADB3D9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D9329-EF42-0141-98EF-ACDDF84AB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0D6BDA-75BD-835C-0E14-5A61105C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8250"/>
            <a:ext cx="5257800" cy="365125"/>
          </a:xfrm>
        </p:spPr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E8A63BD-30BF-9A6D-75F1-356256B263A0}"/>
              </a:ext>
            </a:extLst>
          </p:cNvPr>
          <p:cNvCxnSpPr/>
          <p:nvPr userDrawn="1"/>
        </p:nvCxnSpPr>
        <p:spPr>
          <a:xfrm>
            <a:off x="0" y="6176963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Inhaltsplatzhalter 10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3B65D294-D846-C22D-CF1A-B2D2393D2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973" y="365123"/>
            <a:ext cx="1925827" cy="110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2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47EB9-8BC7-0579-32BF-9F70921D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F2BC04-EF32-D152-8D76-C78C921F4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7138D1-5653-996D-C42C-AB752926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5085A3-20BD-FDFD-993E-360074C4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59EACA-70EC-C682-5205-ADE9D2BA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119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8E19B-2A10-A5EB-A597-82513D6A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D984DB-AEF6-E687-325E-4A72E0F74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D27875-CF1E-872B-D0C4-ECA472825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088D0-8445-3CE0-9452-732B887C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12C4B5-5FD9-17CE-E274-FC77F219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CFB4D9-B31F-62DF-5780-6AF59D9D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487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EE647-0BE7-4A1E-5BE7-9B8E7E04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BE510E-8320-D0DE-3830-7702C31A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0E6049-43B2-E7CA-F31D-3552EF18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5C994B-708F-68B8-6AEF-5452078A8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B7F2E5-08FD-B6D7-BCF8-EA8855C42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FC3A7E-9BD5-1672-05AA-408F8ADC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D731D6-C695-D610-B007-E0493B2F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D2C8FD-0ADE-6A67-79B0-F6A827CD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8905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7AB98-1963-1673-D359-2A5B22B9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A96A59-7ABA-31DC-EA77-56C1B4C6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A54F22-E0BD-085C-D328-B1E9F134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16C02B-44D0-6FE8-E9DA-DEB1910F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692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B41C94-2CB2-6EAE-43CC-B0634B23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CE67D4-5871-A024-2F56-5CD9F040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06AA2C-4B9C-A439-0024-448037E2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44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7C8D1-1EC1-9E7C-9FA0-10A1FA94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17D86-DFBC-D05E-AEA7-8BAAB36A5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70A767-79B0-87FB-9D66-F18926E86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1F9B44-5BB0-7B55-792B-19D9BDAE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2D721F-89E6-EB37-6CC6-2704ECB0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B81F-CC4B-A42F-4B46-2C0F6245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071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DB048-08F8-A944-34BA-5CBA249C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B82F8-4FAF-F0AC-1503-351FB318B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42BDB8-6A25-AB7E-E9DD-8E0149C51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22EED4-0B56-B64F-95F4-CD1CEE9E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F73633-5E7D-39F2-0BCA-036B79D4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20B52C-346C-27BD-B15B-9420A3C5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863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C5FCC-6B65-C6F0-339A-A1DEA038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25CC3B-13E6-7C4E-85DD-7FA06CE83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EC90B2-F820-859A-5D8C-96A7AA4A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5368C0-15B6-AC81-1A20-D8F2B363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22CDA7-FC61-32F7-7221-8D07D96F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4529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A705F2-0B54-92BA-E0FF-B1E32E92B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F5AAB3-09D4-A180-2AB4-DC4DBAB96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3BEC37-54F4-8ADD-9FC9-E235B19F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A81D42-D469-BC18-6AA0-55AEF9B0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88B3D9-7DE6-B6B0-93A9-656F45CD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029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03A987-2A82-7734-1A2E-1CBAE0D6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CCF74F-63F2-7E5B-A82C-DD21CB432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D9A4AB-2184-7A5A-1C56-5822169A4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AA780-5474-3C7F-39B3-A92A71E2A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F9D1B2-ED14-B3A0-8A4A-797DA5B88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852DB-E16A-43D8-A6FD-7EFB1310DB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55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9E177-C192-8E69-D44C-5BE91002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0527ED-E597-7AFA-BCB2-3217E3A8C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C433B5-9ED9-115E-D377-D36F635AF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AF2CB6-044E-FC43-A299-D2EB580FE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A0EE57-D234-7B66-B252-08F1F22E1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29451-2DDD-4673-B76B-565AF7405F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07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ref-web.de/mail/client/XVaSUxVB0sg/dereferrer/?redirectUrl=https%3A%2F%2Fwww.bing.com%2Fimages%2Fsearch%3Fview%3DdetailV2%26ccid%3DPACLmRuZ%26id%3DC8B4AF7D8EC449B14F2CCECF38034F3F1586CC4E%26thid%3DOIP.PACLmRuZCPdDYdngi5wJowHaJ4%26mediaurl%3Dhttps%253A%252F%252Fm.media-amazon.com%252Fimages%252FS%252Fpv-target-images%252Fd6c9d0b2bace59114cac2874be846e52ce3ff46dbea4e0cf0de42b1eb172f947.jpg%26cdnurl%3Dhttps%253A%252F%252Fth.bing.com%252Fth%252Fid%252FR.3c008b991b9908f74361d9e08b9c09a3%253Frik%253DTsyGFT9PAzjPzg%2526pid%253DImgRaw%2526r%253D0%26exph%3D3000%26expw%3D2250%26q%3Dthe%2Blast%2Bstand%2Bof%2Bellen%2Bcole%2Bfilm%2Bcover%26simid%3D608054872194816113%26form%3DIRPRST%26ck%3DFDEA9FE064E0FABC0B633D28C570841B%26selectedindex%3D11%26itb%3D0%26ajaxhist%3D0%26ajaxserp%3D0%26vt%3D0%26sim%3D11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80D49-7C55-7E6B-DA50-539CA994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98150" cy="2852737"/>
          </a:xfrm>
        </p:spPr>
        <p:txBody>
          <a:bodyPr/>
          <a:lstStyle/>
          <a:p>
            <a:r>
              <a:rPr lang="de-DE" dirty="0"/>
              <a:t>Entwicklung eines intelligenten Empfehlungssystems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E4907F-D7C7-CD38-1C0D-2845D7619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de-DE" dirty="0"/>
          </a:p>
          <a:p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Carina Halter 	Sick AG		Laura Mirwald 	Sick AG</a:t>
            </a:r>
          </a:p>
          <a:p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Tristan Bihler	Sick AG		Semian Finné 	Tria Technologies GmbH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665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872A2-5DB9-6CB0-08E9-DCEE9F0C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A1E52BC-176C-D5EE-57AB-F5225D84B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Aufgabenstellung und Vorführung</a:t>
            </a:r>
          </a:p>
          <a:p>
            <a:r>
              <a:rPr lang="de-DE" dirty="0"/>
              <a:t>Projektplanung</a:t>
            </a:r>
          </a:p>
          <a:p>
            <a:r>
              <a:rPr lang="de-DE" dirty="0"/>
              <a:t>Programmarchitektur</a:t>
            </a:r>
          </a:p>
          <a:p>
            <a:r>
              <a:rPr lang="de-DE" dirty="0"/>
              <a:t>Programmablauf</a:t>
            </a:r>
          </a:p>
          <a:p>
            <a:r>
              <a:rPr lang="de-DE" dirty="0"/>
              <a:t>Algorithmen</a:t>
            </a:r>
          </a:p>
          <a:p>
            <a:r>
              <a:rPr lang="de-DE" dirty="0"/>
              <a:t>Testung und Debugging</a:t>
            </a:r>
          </a:p>
          <a:p>
            <a:r>
              <a:rPr lang="de-DE" dirty="0"/>
              <a:t>Bugs und Zukunftsaussichten</a:t>
            </a:r>
          </a:p>
          <a:p>
            <a:r>
              <a:rPr lang="de-DE"/>
              <a:t>Reflexion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C3363C-1E26-7782-30D4-016BF308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39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AEA51-BE19-7EF4-0D5E-1A3EAE10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575C76-81A7-3699-41BC-729DF1B07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Definieren einer geeigneten Datenstruktur</a:t>
            </a:r>
          </a:p>
          <a:p>
            <a:endParaRPr lang="de-DE" dirty="0"/>
          </a:p>
          <a:p>
            <a:r>
              <a:rPr lang="de-DE" dirty="0"/>
              <a:t>Implementierung eines Algorithmus</a:t>
            </a:r>
          </a:p>
          <a:p>
            <a:endParaRPr lang="de-DE" dirty="0"/>
          </a:p>
          <a:p>
            <a:r>
              <a:rPr lang="de-DE" dirty="0"/>
              <a:t>Testen des Systems auf Genauigkeit der Empfehlungen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390976-F913-B159-A15B-6C4E0648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Carina Halter, Laura Mirwald, Tristan Bihler, Semian Finné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883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2AA29-71C8-D5D3-32FF-AA8C1A8A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Programmvorführung">
            <a:hlinkClick r:id="" action="ppaction://media"/>
            <a:extLst>
              <a:ext uri="{FF2B5EF4-FFF2-40B4-BE49-F238E27FC236}">
                <a16:creationId xmlns:a16="http://schemas.microsoft.com/office/drawing/2014/main" id="{A5331A1D-87CB-801B-BA2F-B49F0541432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7845"/>
          </a:xfrm>
        </p:spPr>
      </p:pic>
    </p:spTree>
    <p:extLst>
      <p:ext uri="{BB962C8B-B14F-4D97-AF65-F5344CB8AC3E}">
        <p14:creationId xmlns:p14="http://schemas.microsoft.com/office/powerpoint/2010/main" val="83234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2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872A2-5DB9-6CB0-08E9-DCEE9F0C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Datensynchronisation</a:t>
            </a:r>
          </a:p>
        </p:txBody>
      </p:sp>
      <p:pic>
        <p:nvPicPr>
          <p:cNvPr id="4" name="Grafik 3" descr="Ein Bild, das Schrift, Grafiken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87773414-A8E8-4BD9-31D2-3C2783A79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12" y="1593554"/>
            <a:ext cx="3419433" cy="1401967"/>
          </a:xfrm>
          <a:prstGeom prst="rect">
            <a:avLst/>
          </a:prstGeom>
        </p:spPr>
      </p:pic>
      <p:pic>
        <p:nvPicPr>
          <p:cNvPr id="6" name="Grafik 5" descr="Ein Bild, das Katze, Säugetier, Silhouette enthält.&#10;&#10;KI-generierte Inhalte können fehlerhaft sein.">
            <a:extLst>
              <a:ext uri="{FF2B5EF4-FFF2-40B4-BE49-F238E27FC236}">
                <a16:creationId xmlns:a16="http://schemas.microsoft.com/office/drawing/2014/main" id="{0D73E721-8E6D-D126-0F20-85A2D3D13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68282"/>
            <a:ext cx="1052512" cy="105251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75715C1-7483-8198-2B3D-9D360EFA2F50}"/>
              </a:ext>
            </a:extLst>
          </p:cNvPr>
          <p:cNvSpPr txBox="1"/>
          <p:nvPr/>
        </p:nvSpPr>
        <p:spPr>
          <a:xfrm>
            <a:off x="2244014" y="2739386"/>
            <a:ext cx="2790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https://github.com/logos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D3E76D8-B675-6636-7562-907F8D674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651" y="1690688"/>
            <a:ext cx="5390150" cy="4324032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7D8535-53B2-0D0C-3A5E-05F9791C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58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C271-9BBC-3D8E-1FE3-2ADE5E7A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94F14-F60D-AB9A-241D-2BA07451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AB7CA98-2886-E118-5B35-AC862DFFB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9679"/>
            <a:ext cx="8285018" cy="4744833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FEF670A3-B098-B7A9-D8D7-AB95459C1F17}"/>
              </a:ext>
            </a:extLst>
          </p:cNvPr>
          <p:cNvSpPr/>
          <p:nvPr/>
        </p:nvSpPr>
        <p:spPr>
          <a:xfrm>
            <a:off x="838200" y="2775145"/>
            <a:ext cx="1559560" cy="2778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090E730-DE65-E323-2415-2767F73D1168}"/>
              </a:ext>
            </a:extLst>
          </p:cNvPr>
          <p:cNvSpPr/>
          <p:nvPr/>
        </p:nvSpPr>
        <p:spPr>
          <a:xfrm>
            <a:off x="2397760" y="2775144"/>
            <a:ext cx="731520" cy="2778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1596D1A-6D64-57DC-7BFF-76DCD3917E2B}"/>
              </a:ext>
            </a:extLst>
          </p:cNvPr>
          <p:cNvSpPr/>
          <p:nvPr/>
        </p:nvSpPr>
        <p:spPr>
          <a:xfrm>
            <a:off x="3129280" y="2775143"/>
            <a:ext cx="5933442" cy="2778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C18E5FE-9258-F8A9-819C-5C5D4102F080}"/>
              </a:ext>
            </a:extLst>
          </p:cNvPr>
          <p:cNvSpPr/>
          <p:nvPr/>
        </p:nvSpPr>
        <p:spPr>
          <a:xfrm>
            <a:off x="6539653" y="3925147"/>
            <a:ext cx="2523069" cy="16289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284ABA-0C68-A317-5EEA-91D005F4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48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C33B-BEF7-BE58-F668-EBC41102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8BFCB-C80D-F096-72FE-76CAC933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Geplanter PAP(Programm Ablauf Plan)</a:t>
            </a:r>
          </a:p>
        </p:txBody>
      </p:sp>
      <p:pic>
        <p:nvPicPr>
          <p:cNvPr id="4" name="Grafik 3" descr="Ein Bild, das Text, Diagramm, parallel, Plan enthält.&#10;&#10;KI-generierte Inhalte können fehlerhaft sein.">
            <a:extLst>
              <a:ext uri="{FF2B5EF4-FFF2-40B4-BE49-F238E27FC236}">
                <a16:creationId xmlns:a16="http://schemas.microsoft.com/office/drawing/2014/main" id="{93E36E14-E75B-E4D9-3462-6B2331659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1" r="19321" b="63137"/>
          <a:stretch>
            <a:fillRect/>
          </a:stretch>
        </p:blipFill>
        <p:spPr>
          <a:xfrm>
            <a:off x="2385165" y="1825625"/>
            <a:ext cx="7421669" cy="4351336"/>
          </a:xfrm>
          <a:prstGeom prst="rect">
            <a:avLst/>
          </a:prstGeom>
          <a:noFill/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78DEBF-9B17-BF15-E815-EAEED290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10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7EF8-FC6A-9138-4CA0-BA2D6A716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7CCBF-0B64-E2E9-E956-FD7D580A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Geplanter PAP</a:t>
            </a:r>
          </a:p>
        </p:txBody>
      </p:sp>
      <p:pic>
        <p:nvPicPr>
          <p:cNvPr id="5" name="Grafik 4" descr="Ein Bild, das Text, Diagramm, parallel, Plan enthält.&#10;&#10;KI-generierte Inhalte können fehlerhaft sein.">
            <a:extLst>
              <a:ext uri="{FF2B5EF4-FFF2-40B4-BE49-F238E27FC236}">
                <a16:creationId xmlns:a16="http://schemas.microsoft.com/office/drawing/2014/main" id="{1048980A-95D2-EA09-9F49-F137774CB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6" b="26865"/>
          <a:stretch>
            <a:fillRect/>
          </a:stretch>
        </p:blipFill>
        <p:spPr>
          <a:xfrm>
            <a:off x="1000369" y="1784855"/>
            <a:ext cx="9504005" cy="4159778"/>
          </a:xfrm>
          <a:prstGeom prst="rect">
            <a:avLst/>
          </a:prstGeom>
          <a:noFill/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1F8D9A-9020-F590-2ECD-4F868D4E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17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3AB2-5B3E-C99E-AA68-EA263310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F1FFD-F8FD-1698-1036-1D06FD64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Geplanter PAP</a:t>
            </a:r>
          </a:p>
        </p:txBody>
      </p:sp>
      <p:pic>
        <p:nvPicPr>
          <p:cNvPr id="3" name="Grafik 2" descr="Ein Bild, das Text, Diagramm, parallel, Plan enthält.&#10;&#10;KI-generierte Inhalte können fehlerhaft sein.">
            <a:extLst>
              <a:ext uri="{FF2B5EF4-FFF2-40B4-BE49-F238E27FC236}">
                <a16:creationId xmlns:a16="http://schemas.microsoft.com/office/drawing/2014/main" id="{A9DE4929-6A44-126E-4A5E-6A7BA53FD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1" t="77777" r="10564" b="-835"/>
          <a:stretch>
            <a:fillRect/>
          </a:stretch>
        </p:blipFill>
        <p:spPr>
          <a:xfrm>
            <a:off x="3395076" y="2042981"/>
            <a:ext cx="5401847" cy="3266174"/>
          </a:xfrm>
          <a:prstGeom prst="rect">
            <a:avLst/>
          </a:prstGeo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11B26C-2EB1-65AE-AACE-F2E492A5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8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4A0D8-3E75-35EE-AF23-197D5B2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Programmarchitektur</a:t>
            </a:r>
          </a:p>
        </p:txBody>
      </p:sp>
      <p:pic>
        <p:nvPicPr>
          <p:cNvPr id="7" name="Inhaltsplatzhalter 6" descr="Ein Bild, das Text, Screenshot, Reihe, Rechteck enthält.&#10;&#10;KI-generierte Inhalte können fehlerhaft sein.">
            <a:extLst>
              <a:ext uri="{FF2B5EF4-FFF2-40B4-BE49-F238E27FC236}">
                <a16:creationId xmlns:a16="http://schemas.microsoft.com/office/drawing/2014/main" id="{EAC82017-D82B-4113-88B8-16741F91A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363" y="1971040"/>
            <a:ext cx="9195273" cy="3573383"/>
          </a:xfr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4A3FB71-15B1-7DF1-A5E8-5B91D773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72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261C9-FE5E-C9EF-9271-1367437A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22D1CA-C7A4-F8B9-094D-19475FB7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Vorteile der MVC-Architektur:</a:t>
            </a:r>
          </a:p>
          <a:p>
            <a:endParaRPr lang="de-DE" dirty="0"/>
          </a:p>
          <a:p>
            <a:r>
              <a:rPr lang="de-DE" dirty="0"/>
              <a:t>Klare Trennung von Verantwortlichkeiten</a:t>
            </a:r>
          </a:p>
          <a:p>
            <a:endParaRPr lang="de-DE" dirty="0"/>
          </a:p>
          <a:p>
            <a:r>
              <a:rPr lang="de-DE" dirty="0"/>
              <a:t>Wiederverwendbarkeit durch Modularität</a:t>
            </a:r>
          </a:p>
          <a:p>
            <a:endParaRPr lang="de-DE" dirty="0"/>
          </a:p>
          <a:p>
            <a:r>
              <a:rPr lang="de-DE" dirty="0"/>
              <a:t>Bessere Übersicht und Struktur im Code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255CE1-0F77-7F26-9A65-CBE0EC88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5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26CC3-21AE-7554-50D6-DBAB2D19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67A54D-791E-3141-E78D-D8BD4415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Nachteile der MVC-Architektur:</a:t>
            </a:r>
          </a:p>
          <a:p>
            <a:endParaRPr lang="de-DE" dirty="0"/>
          </a:p>
          <a:p>
            <a:r>
              <a:rPr lang="de-DE" dirty="0"/>
              <a:t>Komplexität bei kleinen Projekten</a:t>
            </a:r>
          </a:p>
          <a:p>
            <a:endParaRPr lang="de-DE" dirty="0"/>
          </a:p>
          <a:p>
            <a:r>
              <a:rPr lang="de-DE" dirty="0"/>
              <a:t>Hoher Initialaufwand</a:t>
            </a:r>
          </a:p>
          <a:p>
            <a:endParaRPr lang="de-DE" dirty="0"/>
          </a:p>
          <a:p>
            <a:r>
              <a:rPr lang="de-DE" dirty="0"/>
              <a:t>Erschwerte Kommunikation zwischen den Komponenten bei komplexen Programmen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60CF52-B81F-4268-A1B9-CB4CDF31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77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7321-6F01-DC4D-87F8-CF7CD636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A1C43-9C85-9C13-32CE-3D0A53A6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PAP(Programm Ablauf Plan)</a:t>
            </a:r>
          </a:p>
        </p:txBody>
      </p:sp>
      <p:pic>
        <p:nvPicPr>
          <p:cNvPr id="4" name="Grafik 3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EC72E74E-D6E3-BB95-5DA6-516E169B0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52" y="1690688"/>
            <a:ext cx="4035907" cy="4326558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3AB8A9-E355-4D63-96F3-910CA436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90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2453B-0263-47A3-54A2-55EAC27E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0747-7D63-2EBD-0234-C601F9DF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4" name="Grafik 3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5C75D01C-D187-0D71-802B-EBC9B34E4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25"/>
          <a:stretch>
            <a:fillRect/>
          </a:stretch>
        </p:blipFill>
        <p:spPr>
          <a:xfrm>
            <a:off x="838200" y="1690688"/>
            <a:ext cx="9276708" cy="4336963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1507AD-3336-C868-D429-C2A42B38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134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CD98-0FEE-201C-523E-878D7036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D29EA-A17A-96A0-B3B9-47704B34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3" name="Grafik 2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5B7F5DCF-2482-09D3-33E9-F906A2C85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58" b="-409"/>
          <a:stretch>
            <a:fillRect/>
          </a:stretch>
        </p:blipFill>
        <p:spPr>
          <a:xfrm>
            <a:off x="838200" y="2095927"/>
            <a:ext cx="9276708" cy="325876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AB2FB2-6175-9907-EB88-D92FA721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28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9C71-6260-A4DE-FEB7-F61EDDC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57BFC-9CE1-9300-E69B-BF8CF49E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4" name="Grafik 3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55E350B0-EC04-7DAD-B52E-23A6F8FCA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51"/>
          <a:stretch>
            <a:fillRect/>
          </a:stretch>
        </p:blipFill>
        <p:spPr>
          <a:xfrm>
            <a:off x="746913" y="1484616"/>
            <a:ext cx="10606887" cy="441275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829FC1-E283-4274-8DFE-6340907C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390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C836-CFF8-F3D8-820B-A2A9FAEF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53663-7B15-016C-1FA0-04D2D471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3" name="Grafik 2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D345ADAB-FED4-A350-BE28-75F15ADA3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2" b="26169"/>
          <a:stretch>
            <a:fillRect/>
          </a:stretch>
        </p:blipFill>
        <p:spPr>
          <a:xfrm>
            <a:off x="746913" y="1484616"/>
            <a:ext cx="10606887" cy="441275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F60BAC-D03F-6ECB-9F30-D194F44C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174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35F9-962B-0E7F-7B4B-B649FDC2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CB396-4C0F-00B9-DD6C-70A29DA9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3" name="Grafik 2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574FB948-9C20-A7A6-36C9-2105B64BF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" t="58874" r="97" b="77"/>
          <a:stretch>
            <a:fillRect/>
          </a:stretch>
        </p:blipFill>
        <p:spPr>
          <a:xfrm>
            <a:off x="838200" y="1624951"/>
            <a:ext cx="10280257" cy="427686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AC7D99-2097-757A-660D-554B306D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98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F884-8FCA-56BC-6022-40DE84D7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A3025-AB59-A879-0047-3EEC5562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5" name="Grafik 4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BC92CA01-87B8-5877-FEF4-7966A0A9C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6" b="68240"/>
          <a:stretch>
            <a:fillRect/>
          </a:stretch>
        </p:blipFill>
        <p:spPr>
          <a:xfrm>
            <a:off x="838200" y="1751934"/>
            <a:ext cx="10035590" cy="4025676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0ABD2B-8131-24CA-C56D-7305D2B1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700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269D-BD2D-185A-5356-92F41248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F52E7-E73C-FC14-69C6-5D428070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7" name="Grafik 6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71A825CC-5959-431A-6C63-3BC92B424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32" b="36391"/>
          <a:stretch>
            <a:fillRect/>
          </a:stretch>
        </p:blipFill>
        <p:spPr>
          <a:xfrm>
            <a:off x="838200" y="1818820"/>
            <a:ext cx="9493938" cy="3958849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BD0FEB-2853-7BE1-7BBD-3FC45758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576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28C8-7516-C9F0-8490-43470092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CD5AD-F36B-3DBF-2EBD-C5717ACB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Jetziger PAP</a:t>
            </a:r>
          </a:p>
        </p:txBody>
      </p:sp>
      <p:pic>
        <p:nvPicPr>
          <p:cNvPr id="5" name="Grafik 4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FDBA6787-A15A-B050-EC1D-9215F0D3C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22"/>
          <a:stretch>
            <a:fillRect/>
          </a:stretch>
        </p:blipFill>
        <p:spPr>
          <a:xfrm>
            <a:off x="838200" y="1690688"/>
            <a:ext cx="9559171" cy="4133516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660AC4C-B0C1-7E2E-9348-5BB50283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456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EA28-82BF-4183-255A-249E5723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5919CE-1FE2-A592-2453-7F08187C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MVC in unserem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2E902F-37DB-7C57-267E-A275DF400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3314" cy="43513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953F02D-12D2-FBFF-98B5-B8045C2A14FA}"/>
              </a:ext>
            </a:extLst>
          </p:cNvPr>
          <p:cNvGrpSpPr/>
          <p:nvPr/>
        </p:nvGrpSpPr>
        <p:grpSpPr>
          <a:xfrm>
            <a:off x="515802" y="1274016"/>
            <a:ext cx="10963184" cy="4875730"/>
            <a:chOff x="515802" y="1274016"/>
            <a:chExt cx="10963184" cy="4875730"/>
          </a:xfrm>
        </p:grpSpPr>
        <p:pic>
          <p:nvPicPr>
            <p:cNvPr id="5" name="Grafik 4" descr="Ein Bild, das Text, Screenshot, Diagramm, Plan enthält.&#10;&#10;KI-generierte Inhalte können fehlerhaft sein.">
              <a:extLst>
                <a:ext uri="{FF2B5EF4-FFF2-40B4-BE49-F238E27FC236}">
                  <a16:creationId xmlns:a16="http://schemas.microsoft.com/office/drawing/2014/main" id="{C9404939-0045-2C5C-AD27-FFA035619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802" y="1274016"/>
              <a:ext cx="7099648" cy="4875730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1EE70146-BEA6-C5E4-A97E-841861323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467" r="38933"/>
            <a:stretch>
              <a:fillRect/>
            </a:stretch>
          </p:blipFill>
          <p:spPr>
            <a:xfrm>
              <a:off x="8686800" y="2531962"/>
              <a:ext cx="2792186" cy="2808397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9489C2AE-CCAA-B428-EA22-5F9040AD1CBF}"/>
                </a:ext>
              </a:extLst>
            </p:cNvPr>
            <p:cNvSpPr txBox="1"/>
            <p:nvPr/>
          </p:nvSpPr>
          <p:spPr>
            <a:xfrm>
              <a:off x="8686800" y="2049905"/>
              <a:ext cx="23291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 err="1"/>
                <a:t>Tkinter</a:t>
              </a:r>
              <a:r>
                <a:rPr lang="de-DE" sz="2800" dirty="0"/>
                <a:t>:</a:t>
              </a:r>
            </a:p>
          </p:txBody>
        </p:sp>
      </p:grp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247523E-C6D4-CD40-7597-CEAE906F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062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4258-8A5E-AC43-BC59-42691385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40CC0-DF21-8FAB-F925-11034761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MVC in unserem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2FF6EE-DC4B-803F-70B3-4B9E35D8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3314" cy="43513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59227CE-3C12-57D5-47EC-D4C902277109}"/>
              </a:ext>
            </a:extLst>
          </p:cNvPr>
          <p:cNvGrpSpPr/>
          <p:nvPr/>
        </p:nvGrpSpPr>
        <p:grpSpPr>
          <a:xfrm>
            <a:off x="391886" y="1274016"/>
            <a:ext cx="11399218" cy="4642370"/>
            <a:chOff x="391886" y="1274016"/>
            <a:chExt cx="11399218" cy="4642370"/>
          </a:xfrm>
        </p:grpSpPr>
        <p:pic>
          <p:nvPicPr>
            <p:cNvPr id="7" name="Grafik 6" descr="Ein Bild, das Text, Screenshot, Diagramm, Plan enthält.&#10;&#10;KI-generierte Inhalte können fehlerhaft sein.">
              <a:extLst>
                <a:ext uri="{FF2B5EF4-FFF2-40B4-BE49-F238E27FC236}">
                  <a16:creationId xmlns:a16="http://schemas.microsoft.com/office/drawing/2014/main" id="{EC9AA3AD-20E6-BFAA-F493-40A5DDC17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3567"/>
            <a:stretch>
              <a:fillRect/>
            </a:stretch>
          </p:blipFill>
          <p:spPr>
            <a:xfrm>
              <a:off x="2045096" y="2139236"/>
              <a:ext cx="9746008" cy="3777150"/>
            </a:xfrm>
            <a:prstGeom prst="rect">
              <a:avLst/>
            </a:prstGeom>
          </p:spPr>
        </p:pic>
        <p:pic>
          <p:nvPicPr>
            <p:cNvPr id="5" name="Grafik 4" descr="Ein Bild, das Text, Screenshot, Diagramm, Plan enthält.&#10;&#10;KI-generierte Inhalte können fehlerhaft sein.">
              <a:extLst>
                <a:ext uri="{FF2B5EF4-FFF2-40B4-BE49-F238E27FC236}">
                  <a16:creationId xmlns:a16="http://schemas.microsoft.com/office/drawing/2014/main" id="{EE4BFECB-9861-5C6E-40FC-FEBC219A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802" y="1274016"/>
              <a:ext cx="2519730" cy="1730441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4BA54B0-ECB3-FC3A-3EBC-A1CF40C8FAA1}"/>
                </a:ext>
              </a:extLst>
            </p:cNvPr>
            <p:cNvSpPr/>
            <p:nvPr/>
          </p:nvSpPr>
          <p:spPr>
            <a:xfrm>
              <a:off x="391886" y="1274016"/>
              <a:ext cx="2857500" cy="9684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8E96E435-8D16-E45B-76D2-B40663DEB605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0" y="1970263"/>
              <a:ext cx="832757" cy="7835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6ECCBA-59BC-DFCF-5C25-CC890BE1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6805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2056-A354-A33D-8DEC-7ACB47BD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793595-9DC1-7596-B4C2-83AC0B87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MVC in unserem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BFDEB5-3875-E61A-AB87-F78D2A2B4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3314" cy="43513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8D4DF29-242B-3373-4C5E-2DD909995510}"/>
              </a:ext>
            </a:extLst>
          </p:cNvPr>
          <p:cNvGrpSpPr/>
          <p:nvPr/>
        </p:nvGrpSpPr>
        <p:grpSpPr>
          <a:xfrm>
            <a:off x="342900" y="1274016"/>
            <a:ext cx="10669924" cy="4827427"/>
            <a:chOff x="342900" y="1274016"/>
            <a:chExt cx="10669924" cy="4827427"/>
          </a:xfrm>
        </p:grpSpPr>
        <p:pic>
          <p:nvPicPr>
            <p:cNvPr id="8" name="Grafik 7" descr="Ein Bild, das Text, Screenshot, Diagramm, Plan enthält.&#10;&#10;KI-generierte Inhalte können fehlerhaft sein.">
              <a:extLst>
                <a:ext uri="{FF2B5EF4-FFF2-40B4-BE49-F238E27FC236}">
                  <a16:creationId xmlns:a16="http://schemas.microsoft.com/office/drawing/2014/main" id="{7036A5E0-77A2-F3D0-78F9-473DE777D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45" t="51706" r="20795"/>
            <a:stretch>
              <a:fillRect/>
            </a:stretch>
          </p:blipFill>
          <p:spPr>
            <a:xfrm>
              <a:off x="3695700" y="2416629"/>
              <a:ext cx="7317124" cy="3684814"/>
            </a:xfrm>
            <a:prstGeom prst="rect">
              <a:avLst/>
            </a:prstGeom>
          </p:spPr>
        </p:pic>
        <p:pic>
          <p:nvPicPr>
            <p:cNvPr id="5" name="Grafik 4" descr="Ein Bild, das Text, Screenshot, Diagramm, Plan enthält.&#10;&#10;KI-generierte Inhalte können fehlerhaft sein.">
              <a:extLst>
                <a:ext uri="{FF2B5EF4-FFF2-40B4-BE49-F238E27FC236}">
                  <a16:creationId xmlns:a16="http://schemas.microsoft.com/office/drawing/2014/main" id="{F84D71B0-0745-59DE-6670-B3A3F1652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802" y="1274016"/>
              <a:ext cx="2519730" cy="1730441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EBC0AB9D-236F-F606-A9CA-56863070E4CF}"/>
                </a:ext>
              </a:extLst>
            </p:cNvPr>
            <p:cNvSpPr/>
            <p:nvPr/>
          </p:nvSpPr>
          <p:spPr>
            <a:xfrm>
              <a:off x="342900" y="2074116"/>
              <a:ext cx="2857500" cy="10652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25188317-D25D-53A1-5EA6-CAD5252C9A3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419" y="2882542"/>
              <a:ext cx="855981" cy="2568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73B809-94A4-7D9F-7557-6D4A25C4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810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D45847-BBF6-C62B-C225-3CB7202B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Inhaltsbasierter Algorithmus</a:t>
            </a:r>
          </a:p>
        </p:txBody>
      </p:sp>
      <p:pic>
        <p:nvPicPr>
          <p:cNvPr id="16" name="Inhaltsplatzhalter 15" descr="Ein Bild, das Text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E30246E-D1F4-64B3-B741-FB4F2C007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404" y="1406769"/>
            <a:ext cx="9070976" cy="4711523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DD7F00-7F9E-7A3F-DC4F-593D9468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023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BCCCC-BAD4-B7B8-B71E-D96E88F8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Benutzerbasierter Algorithmus</a:t>
            </a:r>
          </a:p>
        </p:txBody>
      </p:sp>
      <p:pic>
        <p:nvPicPr>
          <p:cNvPr id="21" name="Inhaltsplatzhalter 20">
            <a:extLst>
              <a:ext uri="{FF2B5EF4-FFF2-40B4-BE49-F238E27FC236}">
                <a16:creationId xmlns:a16="http://schemas.microsoft.com/office/drawing/2014/main" id="{51C8B501-EA8A-4375-6C77-B6D627897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6" b="1377"/>
          <a:stretch>
            <a:fillRect/>
          </a:stretch>
        </p:blipFill>
        <p:spPr>
          <a:xfrm>
            <a:off x="3435225" y="1336432"/>
            <a:ext cx="5321549" cy="4810526"/>
          </a:xfrm>
        </p:spPr>
      </p:pic>
      <p:pic>
        <p:nvPicPr>
          <p:cNvPr id="3074" name="Picture 2" descr="Jaccard Index Definition | DeepAI">
            <a:extLst>
              <a:ext uri="{FF2B5EF4-FFF2-40B4-BE49-F238E27FC236}">
                <a16:creationId xmlns:a16="http://schemas.microsoft.com/office/drawing/2014/main" id="{2655B7D0-94E1-D9E8-A87E-AF7BB3DFB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0" r="56022" b="16911"/>
          <a:stretch>
            <a:fillRect/>
          </a:stretch>
        </p:blipFill>
        <p:spPr bwMode="auto">
          <a:xfrm>
            <a:off x="8023610" y="4432606"/>
            <a:ext cx="2195901" cy="94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19F8A6E-891C-4525-55C9-F75C5D1A3700}"/>
              </a:ext>
            </a:extLst>
          </p:cNvPr>
          <p:cNvCxnSpPr>
            <a:endCxn id="3074" idx="1"/>
          </p:cNvCxnSpPr>
          <p:nvPr/>
        </p:nvCxnSpPr>
        <p:spPr>
          <a:xfrm>
            <a:off x="7355393" y="4762919"/>
            <a:ext cx="668217" cy="144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A947FA-A845-56EB-BFDD-60921422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646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294B-6172-A432-29FC-16CC3718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BCD8A-B9C5-F403-9911-263F5B42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Testen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B5D5C7E-0692-C39C-3370-AE945C89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039" y="1825625"/>
            <a:ext cx="7633922" cy="4351336"/>
          </a:xfrm>
          <a:prstGeom prst="rect">
            <a:avLst/>
          </a:prstGeom>
          <a:noFill/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B28871-6D81-FF92-BF34-153E8891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392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3536-1DA8-23D2-A65E-04679B1C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06060-EB69-8223-02E5-C70B70C7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Testen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688A0B7-6626-E801-202B-E1F82154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12" t="2663" b="55088"/>
          <a:stretch>
            <a:fillRect/>
          </a:stretch>
        </p:blipFill>
        <p:spPr>
          <a:xfrm>
            <a:off x="1962514" y="1690688"/>
            <a:ext cx="8266972" cy="4039242"/>
          </a:xfrm>
          <a:prstGeom prst="rect">
            <a:avLst/>
          </a:prstGeom>
          <a:noFill/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F45BF6-CA4F-B288-D0A5-7DFD3375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654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AD40-61E8-A965-6BE2-2D773096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3BF08-C3E7-A41C-2D7A-D51CB64E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Debugging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D3D0F68-46DB-0C83-41A0-D31BB858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77"/>
          <a:stretch>
            <a:fillRect/>
          </a:stretch>
        </p:blipFill>
        <p:spPr>
          <a:xfrm>
            <a:off x="678951" y="2667489"/>
            <a:ext cx="10515600" cy="1629918"/>
          </a:xfrm>
          <a:prstGeom prst="rect">
            <a:avLst/>
          </a:prstGeom>
          <a:noFill/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63F90E5-BF2A-7B64-84E4-7896985389FF}"/>
              </a:ext>
            </a:extLst>
          </p:cNvPr>
          <p:cNvSpPr/>
          <p:nvPr/>
        </p:nvSpPr>
        <p:spPr>
          <a:xfrm>
            <a:off x="1258028" y="3429000"/>
            <a:ext cx="2842212" cy="4615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912EAC-084D-0B92-2D65-9623E3F9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49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9F6D-7E36-30F8-DDB2-5F76C6A4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B2310-BFAD-F6B6-89F9-64FAC671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DE" dirty="0"/>
              <a:t>Debugging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FCDE520-8950-348F-03B7-93987EE2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1"/>
          <a:stretch>
            <a:fillRect/>
          </a:stretch>
        </p:blipFill>
        <p:spPr>
          <a:xfrm>
            <a:off x="838200" y="2366102"/>
            <a:ext cx="10515600" cy="3270381"/>
          </a:xfrm>
          <a:prstGeom prst="rect">
            <a:avLst/>
          </a:prstGeom>
          <a:noFill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4D54615-B004-C9EA-0C56-D44F0AAD8009}"/>
              </a:ext>
            </a:extLst>
          </p:cNvPr>
          <p:cNvSpPr/>
          <p:nvPr/>
        </p:nvSpPr>
        <p:spPr>
          <a:xfrm>
            <a:off x="1531766" y="2775145"/>
            <a:ext cx="867806" cy="381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0AA2A50-1B76-1F5C-826E-B103773D1DDE}"/>
              </a:ext>
            </a:extLst>
          </p:cNvPr>
          <p:cNvSpPr/>
          <p:nvPr/>
        </p:nvSpPr>
        <p:spPr>
          <a:xfrm>
            <a:off x="1531765" y="4663158"/>
            <a:ext cx="3576061" cy="7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D147CD-9A57-E2C4-FB64-2659B5C2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Carina Halter, Laura Mirwald, Tristan Bihler, Semian Finné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32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C27D-0964-9957-4583-E50FE6BC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2025-06-15 22-43-41">
            <a:hlinkClick r:id="" action="ppaction://media"/>
            <a:extLst>
              <a:ext uri="{FF2B5EF4-FFF2-40B4-BE49-F238E27FC236}">
                <a16:creationId xmlns:a16="http://schemas.microsoft.com/office/drawing/2014/main" id="{CC804DC0-037C-F778-6BBF-75BA4362AF4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625" end="17097.3125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1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0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143B-9078-8286-7AC1-3F3E7254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E7030-C1FB-7F10-6C27-2E331BFE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BEF4DD-60CE-F106-AA0F-F11031235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Behobene Bugs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Doppelte Filme in der Datenbank</a:t>
            </a:r>
          </a:p>
          <a:p>
            <a:r>
              <a:rPr lang="de-DE" dirty="0"/>
              <a:t>Registrierung funktioniert nicht</a:t>
            </a:r>
          </a:p>
          <a:p>
            <a:r>
              <a:rPr lang="de-DE" dirty="0"/>
              <a:t>Erst gewählte Film in Empfehlungen besitzt keine Beschreibung</a:t>
            </a:r>
          </a:p>
          <a:p>
            <a:r>
              <a:rPr lang="de-DE" dirty="0"/>
              <a:t>Button überlappend mit Überschrift</a:t>
            </a:r>
          </a:p>
          <a:p>
            <a:r>
              <a:rPr lang="de-DE" dirty="0"/>
              <a:t>Doppelte Registrierungen &amp;  Favoritenmarkierung möglich</a:t>
            </a:r>
          </a:p>
          <a:p>
            <a:r>
              <a:rPr lang="de-DE" dirty="0"/>
              <a:t>Filme aus Favoriten auch in Empfehlungen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B60A7E-DD64-7A27-3C26-9859AE2A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065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858E-F70E-2D37-1C16-71385BB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CDCC8-00AD-ACE8-C7DD-5D12562A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A963BB-FB9A-49BF-B92C-AE4DD9537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4517" cy="43513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Offene Bugs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Beschreibungsfeld variiert seine Größe</a:t>
            </a:r>
          </a:p>
          <a:p>
            <a:pPr marL="0" indent="0">
              <a:buNone/>
            </a:pP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A0D7D8E-944D-4365-C6C3-DF922992855A}"/>
              </a:ext>
            </a:extLst>
          </p:cNvPr>
          <p:cNvGrpSpPr/>
          <p:nvPr/>
        </p:nvGrpSpPr>
        <p:grpSpPr>
          <a:xfrm>
            <a:off x="3899690" y="328707"/>
            <a:ext cx="7487180" cy="5753365"/>
            <a:chOff x="3899690" y="328707"/>
            <a:chExt cx="7487180" cy="5753365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5806AB56-C88F-ACDF-C787-7DA13C3A6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29" t="1644"/>
            <a:stretch>
              <a:fillRect/>
            </a:stretch>
          </p:blipFill>
          <p:spPr>
            <a:xfrm>
              <a:off x="3899690" y="328707"/>
              <a:ext cx="4582800" cy="29301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64724BF8-BB95-82CD-9875-80EB681389AE}"/>
                </a:ext>
              </a:extLst>
            </p:cNvPr>
            <p:cNvGrpSpPr/>
            <p:nvPr/>
          </p:nvGrpSpPr>
          <p:grpSpPr>
            <a:xfrm>
              <a:off x="7372840" y="2724865"/>
              <a:ext cx="1380635" cy="281231"/>
              <a:chOff x="4054788" y="2952082"/>
              <a:chExt cx="1612636" cy="343427"/>
            </a:xfrm>
          </p:grpSpPr>
          <p:cxnSp>
            <p:nvCxnSpPr>
              <p:cNvPr id="6" name="Gerade Verbindung mit Pfeil 5">
                <a:extLst>
                  <a:ext uri="{FF2B5EF4-FFF2-40B4-BE49-F238E27FC236}">
                    <a16:creationId xmlns:a16="http://schemas.microsoft.com/office/drawing/2014/main" id="{53E71200-67BD-F4FF-BE3E-9C1D11DF7E3C}"/>
                  </a:ext>
                </a:extLst>
              </p:cNvPr>
              <p:cNvCxnSpPr/>
              <p:nvPr/>
            </p:nvCxnSpPr>
            <p:spPr>
              <a:xfrm>
                <a:off x="4149545" y="3250282"/>
                <a:ext cx="1179782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feld 2">
                <a:extLst>
                  <a:ext uri="{FF2B5EF4-FFF2-40B4-BE49-F238E27FC236}">
                    <a16:creationId xmlns:a16="http://schemas.microsoft.com/office/drawing/2014/main" id="{5A7D8CFC-18C1-8712-2C43-82821DB41D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4788" y="2952082"/>
                <a:ext cx="1612636" cy="3434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CH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Großer Abstand</a:t>
                </a:r>
                <a:endParaRPr lang="de-DE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2CE57DFE-31CF-A146-175D-8D5DA1F4342E}"/>
                </a:ext>
              </a:extLst>
            </p:cNvPr>
            <p:cNvGrpSpPr/>
            <p:nvPr/>
          </p:nvGrpSpPr>
          <p:grpSpPr>
            <a:xfrm>
              <a:off x="6729991" y="3215997"/>
              <a:ext cx="4656879" cy="2866075"/>
              <a:chOff x="0" y="0"/>
              <a:chExt cx="5533950" cy="3533775"/>
            </a:xfrm>
          </p:grpSpPr>
          <p:pic>
            <p:nvPicPr>
              <p:cNvPr id="9" name="Grafik 8" descr="Ein Bild, das Text, Elektronik, Screenshot, Display enthält.&#10;&#10;KI-generierte Inhalte können fehlerhaft sein.">
                <a:extLst>
                  <a:ext uri="{FF2B5EF4-FFF2-40B4-BE49-F238E27FC236}">
                    <a16:creationId xmlns:a16="http://schemas.microsoft.com/office/drawing/2014/main" id="{4A5EB9C9-2BE1-3980-6FF5-2F05E3A50C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77" t="1092" r="927" b="21812"/>
              <a:stretch>
                <a:fillRect/>
              </a:stretch>
            </p:blipFill>
            <p:spPr bwMode="auto">
              <a:xfrm>
                <a:off x="0" y="0"/>
                <a:ext cx="5365115" cy="35337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0" name="Textfeld 2">
                <a:extLst>
                  <a:ext uri="{FF2B5EF4-FFF2-40B4-BE49-F238E27FC236}">
                    <a16:creationId xmlns:a16="http://schemas.microsoft.com/office/drawing/2014/main" id="{48E1360C-9017-2D89-B5A1-0782A4AA05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7801" y="2755821"/>
                <a:ext cx="876149" cy="7168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CH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Kurzer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CH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Abstand</a:t>
                </a:r>
                <a:endParaRPr lang="de-DE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D33338C7-08E6-B298-0478-EE6C3042EBC8}"/>
                  </a:ext>
                </a:extLst>
              </p:cNvPr>
              <p:cNvCxnSpPr/>
              <p:nvPr/>
            </p:nvCxnSpPr>
            <p:spPr>
              <a:xfrm flipV="1">
                <a:off x="4748981" y="3102569"/>
                <a:ext cx="609600" cy="677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699126D-9E3D-887E-5AFF-7F1CE45D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956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872A2-5DB9-6CB0-08E9-DCEE9F0C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Zukunft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A1E52BC-176C-D5EE-57AB-F5225D84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268" y="1690688"/>
            <a:ext cx="10515600" cy="43513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de-DE" dirty="0"/>
              <a:t>Bugs beheben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Richitge</a:t>
            </a:r>
            <a:r>
              <a:rPr lang="de-DE" dirty="0"/>
              <a:t> Datenbank (</a:t>
            </a:r>
            <a:r>
              <a:rPr lang="de-DE" dirty="0" err="1"/>
              <a:t>z.B</a:t>
            </a:r>
            <a:r>
              <a:rPr lang="de-DE" dirty="0"/>
              <a:t> SQL)</a:t>
            </a:r>
          </a:p>
          <a:p>
            <a:pPr>
              <a:lnSpc>
                <a:spcPct val="150000"/>
              </a:lnSpc>
            </a:pPr>
            <a:r>
              <a:rPr lang="de-DE" dirty="0"/>
              <a:t>Filmcover </a:t>
            </a:r>
          </a:p>
          <a:p>
            <a:pPr>
              <a:lnSpc>
                <a:spcPct val="150000"/>
              </a:lnSpc>
            </a:pPr>
            <a:r>
              <a:rPr lang="de-DE" dirty="0"/>
              <a:t>Freunde </a:t>
            </a:r>
            <a:r>
              <a:rPr lang="de-DE" dirty="0" err="1"/>
              <a:t>adden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Verfügbarkeit auf Streamingplattform</a:t>
            </a:r>
          </a:p>
          <a:p>
            <a:pPr>
              <a:lnSpc>
                <a:spcPct val="150000"/>
              </a:lnSpc>
            </a:pPr>
            <a:r>
              <a:rPr lang="de-DE" dirty="0"/>
              <a:t>Suchfilter</a:t>
            </a:r>
          </a:p>
        </p:txBody>
      </p:sp>
      <p:pic>
        <p:nvPicPr>
          <p:cNvPr id="4" name="Grafik 3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A3D13E8E-F3D7-51E4-0EFF-CFDF4C692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7" t="61099" r="23059" b="24396"/>
          <a:stretch>
            <a:fillRect/>
          </a:stretch>
        </p:blipFill>
        <p:spPr>
          <a:xfrm>
            <a:off x="6109068" y="3045123"/>
            <a:ext cx="5476681" cy="1202197"/>
          </a:xfrm>
          <a:prstGeom prst="rect">
            <a:avLst/>
          </a:prstGeom>
        </p:spPr>
      </p:pic>
      <p:pic>
        <p:nvPicPr>
          <p:cNvPr id="4100" name="Picture 4" descr="O Último Desafio - SAPO Mag">
            <a:extLst>
              <a:ext uri="{FF2B5EF4-FFF2-40B4-BE49-F238E27FC236}">
                <a16:creationId xmlns:a16="http://schemas.microsoft.com/office/drawing/2014/main" id="{02E0FF5B-DCE0-84D0-E162-544A6ABB5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590" y="2596555"/>
            <a:ext cx="1635159" cy="218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B4A5A3-E27F-F0C3-8061-2A9E90AA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C7C6F7F-7205-0E2F-27B5-0211862C117D}"/>
              </a:ext>
            </a:extLst>
          </p:cNvPr>
          <p:cNvSpPr txBox="1"/>
          <p:nvPr/>
        </p:nvSpPr>
        <p:spPr>
          <a:xfrm>
            <a:off x="9950590" y="4776381"/>
            <a:ext cx="1635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last stand of </a:t>
            </a:r>
            <a:r>
              <a:rPr lang="en-US" sz="12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ellen</a:t>
            </a:r>
            <a:r>
              <a:rPr lang="en-US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2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cole</a:t>
            </a:r>
            <a:r>
              <a:rPr lang="en-US" sz="1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film cover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060117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85A7-AD55-C089-5896-845CF676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0071F-A865-B0E1-4A59-B85E6FAA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Reflexion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B65F00-0489-FCF1-43CE-EF44FAAC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40040" cy="28479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3600" dirty="0"/>
              <a:t>Positives				       </a:t>
            </a:r>
          </a:p>
          <a:p>
            <a:pPr marL="0" indent="0">
              <a:buNone/>
            </a:pPr>
            <a:endParaRPr lang="de-DE" sz="3600" dirty="0"/>
          </a:p>
          <a:p>
            <a:r>
              <a:rPr lang="de-DE" sz="3600" dirty="0"/>
              <a:t>Gute Zusammenarbeit</a:t>
            </a:r>
          </a:p>
          <a:p>
            <a:r>
              <a:rPr lang="de-DE" sz="3600" dirty="0"/>
              <a:t>Jeder hilft jedem</a:t>
            </a:r>
          </a:p>
          <a:p>
            <a:r>
              <a:rPr lang="de-DE" sz="3600" dirty="0"/>
              <a:t>Regelmäßige Treffen</a:t>
            </a:r>
          </a:p>
          <a:p>
            <a:r>
              <a:rPr lang="de-DE" sz="3600" dirty="0"/>
              <a:t>Themeneinteilung zum Koordinieren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B242C9B-6401-6187-A068-9A36465DAD91}"/>
              </a:ext>
            </a:extLst>
          </p:cNvPr>
          <p:cNvSpPr txBox="1">
            <a:spLocks/>
          </p:cNvSpPr>
          <p:nvPr/>
        </p:nvSpPr>
        <p:spPr>
          <a:xfrm>
            <a:off x="5978240" y="1779445"/>
            <a:ext cx="6084446" cy="2737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Verbesserungswürdig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r>
              <a:rPr lang="de-DE" dirty="0"/>
              <a:t>Zeitplanung optimieren		</a:t>
            </a:r>
          </a:p>
          <a:p>
            <a:r>
              <a:rPr lang="de-DE" dirty="0"/>
              <a:t>Kleine Missverständnisse vermeiden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0C50147-1A67-D6B6-4B0E-146B13741C21}"/>
              </a:ext>
            </a:extLst>
          </p:cNvPr>
          <p:cNvSpPr txBox="1">
            <a:spLocks/>
          </p:cNvSpPr>
          <p:nvPr/>
        </p:nvSpPr>
        <p:spPr>
          <a:xfrm>
            <a:off x="1025237" y="4792373"/>
            <a:ext cx="10021454" cy="878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  <a:p>
            <a:pPr marL="0" indent="0" algn="ctr">
              <a:buFont typeface="Arial" panose="020B0604020202020204" pitchFamily="34" charset="0"/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sz="11200" dirty="0"/>
              <a:t>-&gt; Vollfunktionsfähiges Filmeempfehlungssystem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4529FD-D52D-3FC2-7079-1CC8EA1B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928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DC7A04-69A8-3FE2-4C86-CA66A9BD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0921C6-E945-EB50-BF0B-EE2C71342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 F. García, iOS Architecture Patterns: MVC, MVP, MVVM, VIPER, and VIP in Swift,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Apress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</a:t>
            </a:r>
          </a:p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T. M. Tutorials, «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Softwareengineering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Tutorial #22 - Model View Controller MVC,» https://www.youtube.com/watch?v=xK-nj3J1zXA, 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[Zugriff am 13.06.2025]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PythonGUIs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Create a GUI Using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Tkinter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Python,» 2022. [Online]. Available: https://www.pythonguis.com/tutorials/create-gui-tkinter/#what-is-tkinter. 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[Zugriff am 14.06.2025]</a:t>
            </a:r>
          </a:p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-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tkinter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Python interface to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Tcl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/Tk,» [Online]. </a:t>
            </a:r>
            <a:r>
              <a:rPr lang="de-CH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https://docs.python.org/3/library/tkinter.html. [Zugriff am 14.06.2025]</a:t>
            </a:r>
          </a:p>
          <a:p>
            <a:r>
              <a:rPr lang="de-CH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heise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online - Was sind JSON-Dateien und wie lassen sie sich öffnen?,» [Online]. </a:t>
            </a:r>
            <a:r>
              <a:rPr lang="de-CH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https://www.heise.de/tipps-tricks/Was-sind-JSON-Dateien-und-wie-lassen-sie-sich-oeffnen-9302292.html. [Zugriff am 13.06.2025]</a:t>
            </a:r>
          </a:p>
          <a:p>
            <a:r>
              <a:rPr lang="de-CH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Statologie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Berechnen des Jaccard-Koeffizienten in Python,» [Online]. </a:t>
            </a:r>
            <a:r>
              <a:rPr lang="de-CH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de-C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https://statologie.de/jaccard-koeffizient-python/. [Zugriff am15.06.2025]</a:t>
            </a:r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Developers - Inhaltbasiertes Filtern,» [Online].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https://developers.google.com/machine-learning/recommendation/content-based/basics?hl=de. </a:t>
            </a:r>
            <a:r>
              <a:rPr lang="de-CH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[Zugriff am 15.06.2025]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4134A9-DDC7-EE8A-BA42-80760782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Carina Halter, Laura Mirwald, Tristan Bihler, Semian Finné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946667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lichte Vorlage DHBW" id="{BC154CEA-D824-41AF-B06F-3E5C32881E61}" vid="{513AB408-AD96-4A32-A0F7-9EFA53EA938E}"/>
    </a:ext>
  </a:extLst>
</a:theme>
</file>

<file path=ppt/theme/theme2.xml><?xml version="1.0" encoding="utf-8"?>
<a:theme xmlns:a="http://schemas.openxmlformats.org/drawingml/2006/main" name="1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lichte Vorlage DHBW" id="{BC154CEA-D824-41AF-B06F-3E5C32881E61}" vid="{5D38BB6B-7D61-4F21-82B0-7B916DFFE7E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Schlichte Vorlage DHBW</Template>
  <TotalTime>0</TotalTime>
  <Words>866</Words>
  <Application>Microsoft Office PowerPoint</Application>
  <PresentationFormat>Breitbild</PresentationFormat>
  <Paragraphs>160</Paragraphs>
  <Slides>36</Slides>
  <Notes>9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Benutzerdefiniertes Design</vt:lpstr>
      <vt:lpstr>1_Benutzerdefiniertes Design</vt:lpstr>
      <vt:lpstr>Entwicklung eines intelligenten Empfehlungssystems</vt:lpstr>
      <vt:lpstr>Ablauf</vt:lpstr>
      <vt:lpstr>Aufgabenstellung</vt:lpstr>
      <vt:lpstr>PowerPoint-Präsentation</vt:lpstr>
      <vt:lpstr>Datensynchronisation</vt:lpstr>
      <vt:lpstr>Zeitplan</vt:lpstr>
      <vt:lpstr>Geplanter PAP(Programm Ablauf Plan)</vt:lpstr>
      <vt:lpstr>Geplanter PAP</vt:lpstr>
      <vt:lpstr>Geplanter PAP</vt:lpstr>
      <vt:lpstr>Programmarchitektur</vt:lpstr>
      <vt:lpstr>Programmarchitektur</vt:lpstr>
      <vt:lpstr>Programmarchitektur</vt:lpstr>
      <vt:lpstr>Jetziger PAP(Programm Ablauf Plan)</vt:lpstr>
      <vt:lpstr>Jetziger PAP</vt:lpstr>
      <vt:lpstr>Jetziger PAP</vt:lpstr>
      <vt:lpstr>Jetziger PAP</vt:lpstr>
      <vt:lpstr>Jetziger PAP</vt:lpstr>
      <vt:lpstr>Jetziger PAP</vt:lpstr>
      <vt:lpstr>Jetziger PAP</vt:lpstr>
      <vt:lpstr>Jetziger PAP</vt:lpstr>
      <vt:lpstr>Jetziger PAP</vt:lpstr>
      <vt:lpstr>MVC in unserem Code</vt:lpstr>
      <vt:lpstr>MVC in unserem Code</vt:lpstr>
      <vt:lpstr>MVC in unserem Code</vt:lpstr>
      <vt:lpstr>Inhaltsbasierter Algorithmus</vt:lpstr>
      <vt:lpstr>Benutzerbasierter Algorithmus</vt:lpstr>
      <vt:lpstr>Testen</vt:lpstr>
      <vt:lpstr>Testen</vt:lpstr>
      <vt:lpstr>Debugging</vt:lpstr>
      <vt:lpstr>Debugging</vt:lpstr>
      <vt:lpstr>PowerPoint-Präsentation</vt:lpstr>
      <vt:lpstr>Bugs</vt:lpstr>
      <vt:lpstr>Bugs</vt:lpstr>
      <vt:lpstr>Zukunft</vt:lpstr>
      <vt:lpstr>Reflexion</vt:lpstr>
      <vt:lpstr>Quellenverzeichnis</vt:lpstr>
    </vt:vector>
  </TitlesOfParts>
  <Company>Avnet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Finne, Semian</dc:creator>
  <cp:lastModifiedBy>Carina Halter</cp:lastModifiedBy>
  <cp:revision>23</cp:revision>
  <dcterms:created xsi:type="dcterms:W3CDTF">2025-06-15T07:28:48Z</dcterms:created>
  <dcterms:modified xsi:type="dcterms:W3CDTF">2025-07-13T13:51:52Z</dcterms:modified>
</cp:coreProperties>
</file>